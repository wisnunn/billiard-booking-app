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F172A"/>
                </a:solidFill>
                <a:latin typeface="Segoe UI"/>
              </a:defRPr>
            </a:pPr>
            <a:r>
              <a:t>Sistem Reservasi Biliar</a:t>
            </a:r>
          </a:p>
          <a:p>
            <a:pPr>
              <a:spcBef>
                <a:spcPts val="1000"/>
              </a:spcBef>
              <a:defRPr sz="2400">
                <a:solidFill>
                  <a:srgbClr val="0EA5E9"/>
                </a:solidFill>
                <a:latin typeface="Segoe UI"/>
              </a:defRPr>
            </a:pPr>
            <a:r>
              <a:t>Implementasi Front-End &amp; Keamanan Rute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  <a:latin typeface="Segoe UI"/>
              </a:defRPr>
            </a:pPr>
            <a:r>
              <a:t>Wisnu Nugraha</a:t>
            </a:r>
            <a:br/>
            <a:r>
              <a:t>Final Project Milestone 2 - Batch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Fokus &amp; Pilihan Teknologi Inti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949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EA5E9"/>
                </a:solidFill>
                <a:latin typeface="Segoe UI"/>
              </a:defRPr>
            </a:pPr>
            <a:r>
              <a:t>Target Pengalaman Pengguna (UX)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Alur Pemesanan Instan: Desain ringkas agar user bisa booking tanpa kebingungan.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State Awareness: Tampilan otomatis menyesuaikan siapa yang sedang login (Admin vs User).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Proteksi Rute Cerdas: Penjagaan halaman secara ketat di sisi antarmuka.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94960" cy="41148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Core Tech Stack</a:t>
            </a:r>
          </a:p>
          <a:p>
            <a:pPr>
              <a:spcAft>
                <a:spcPts val="1000"/>
              </a:spcAft>
              <a:defRPr sz="1600">
                <a:solidFill>
                  <a:srgbClr val="E0F2FE"/>
                </a:solidFill>
                <a:latin typeface="Segoe UI"/>
              </a:defRPr>
            </a:pPr>
            <a:r>
              <a:t>• React.js &amp; Material UI (MUI): Pondasi utama untuk membangun UI yang cepat, stabil, dan berstandar industri.</a:t>
            </a:r>
          </a:p>
          <a:p>
            <a:pPr>
              <a:spcAft>
                <a:spcPts val="1000"/>
              </a:spcAft>
              <a:defRPr sz="1600">
                <a:solidFill>
                  <a:srgbClr val="E0F2FE"/>
                </a:solidFill>
                <a:latin typeface="Segoe UI"/>
              </a:defRPr>
            </a:pPr>
            <a:r>
              <a:t>• Zustand: State management yang jauh lebih ringan dan ringkas dibandingkan Redux.</a:t>
            </a:r>
          </a:p>
          <a:p>
            <a:pPr>
              <a:spcAft>
                <a:spcPts val="1000"/>
              </a:spcAft>
              <a:defRPr sz="1600">
                <a:solidFill>
                  <a:srgbClr val="E0F2FE"/>
                </a:solidFill>
                <a:latin typeface="Segoe UI"/>
              </a:defRPr>
            </a:pPr>
            <a:r>
              <a:t>• Axios: Jembatan komunikasi data ke server dengan fitur Interceptors.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Manajemen Data API dengan Axios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642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EA5E9"/>
                </a:solidFill>
                <a:latin typeface="Segoe UI"/>
              </a:defRPr>
            </a:pPr>
            <a:r>
              <a:t>Axios Interceptors &amp; Error Handling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Auto-Token Injection: Setiap request ke API otomatis disisipi Token otorisasi, sehingga tidak perlu koding berulang di setiap fungsi.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Auto-Logout Mechanism: Jika backend merespons token expired (kadaluarsa), Axios akan langsung membersihkan sesi dan melempar user ke halaman Login.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Centralized Feedback: Mengubah status 'Pending' menjadi animasi Skeleton Loading, dan mengelola pesan 'Error' untuk ditampilkan melalui Toast/Snackbar.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Manajemen State &amp; Keamanan (RouteGuards.jsx)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840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4747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EA5E9"/>
                </a:solidFill>
                <a:latin typeface="Segoe UI"/>
              </a:defRPr>
            </a:pPr>
            <a:r>
              <a:t>Global State (Zustand)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Penyimpanan terpusat pada file authStore.js.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Bertugas mengingat data krusial seperti Token dan Role pengguna yang sedang aktif.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Memungkinkan Sidebar dan Layout berubah dinamis antara menu Admin atau Pelanggan.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6949440" cy="41148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0" y="2011680"/>
            <a:ext cx="65836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Penjaga Keamanan (RouteGuards.jsx)</a:t>
            </a:r>
          </a:p>
          <a:p>
            <a:pPr>
              <a:spcAft>
                <a:spcPts val="1000"/>
              </a:spcAft>
              <a:defRPr sz="1600">
                <a:solidFill>
                  <a:srgbClr val="E0F2FE"/>
                </a:solidFill>
                <a:latin typeface="Segoe UI"/>
              </a:defRPr>
            </a:pPr>
            <a:r>
              <a:t>• GuestRoute: Menjaga halaman Login/Register agar orang yang sudah login tidak bisa kembali ke sana.</a:t>
            </a:r>
          </a:p>
          <a:p>
            <a:pPr>
              <a:spcAft>
                <a:spcPts val="1000"/>
              </a:spcAft>
              <a:defRPr sz="1600">
                <a:solidFill>
                  <a:srgbClr val="E0F2FE"/>
                </a:solidFill>
                <a:latin typeface="Segoe UI"/>
              </a:defRPr>
            </a:pPr>
            <a:r>
              <a:t>• ProtectedRoute: Memblokir orang iseng yang belum login tapi mencoba mengetik URL seperti /bookings. Mereka langsung ditendang ke Login.</a:t>
            </a:r>
          </a:p>
          <a:p>
            <a:pPr>
              <a:spcAft>
                <a:spcPts val="1000"/>
              </a:spcAft>
              <a:defRPr sz="1600">
                <a:solidFill>
                  <a:srgbClr val="E0F2FE"/>
                </a:solidFill>
                <a:latin typeface="Segoe UI"/>
              </a:defRPr>
            </a:pPr>
            <a:r>
              <a:t>• AdminRoute: Satpam paling ketat. Walaupun sudah login, jika status role bukanlah 'admin', akses akan ditolak sepenuhnya.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Optimasi Performa dengan Custom Hooks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949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EA5E9"/>
                </a:solidFill>
                <a:latin typeface="Segoe UI"/>
              </a:defRPr>
            </a:pPr>
            <a:r>
              <a:t>Clean Code: Pemisahan Logika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useAuth.js: Membungkus proses login, register, dan validasi agar komponen tampilan UI tidak kotor dengan baris kode logika yang panjang.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useBooking.js: Menangani perhitungan spesifik, status meja, dan integrasi response dari payment gateway.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94960" cy="41148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Solusi Lagging: useDebounce.js</a:t>
            </a:r>
          </a:p>
          <a:p>
            <a:pPr>
              <a:spcAft>
                <a:spcPts val="1000"/>
              </a:spcAft>
              <a:defRPr sz="1600">
                <a:solidFill>
                  <a:srgbClr val="E0F2FE"/>
                </a:solidFill>
                <a:latin typeface="Segoe UI"/>
              </a:defRPr>
            </a:pPr>
            <a:r>
              <a:t>• Masalah: Mengetik cepat di kolom pencarian membuat React me-render halaman berkali-kali secara berat.</a:t>
            </a:r>
          </a:p>
          <a:p>
            <a:pPr>
              <a:spcAft>
                <a:spcPts val="1000"/>
              </a:spcAft>
              <a:defRPr sz="1600">
                <a:solidFill>
                  <a:srgbClr val="E0F2FE"/>
                </a:solidFill>
                <a:latin typeface="Segoe UI"/>
              </a:defRPr>
            </a:pPr>
            <a:r>
              <a:t>• Solusi: Hook useDebounce.js menunda pengiriman data sampai user selesai mengetik (pause sepersekian detik).</a:t>
            </a:r>
          </a:p>
          <a:p>
            <a:pPr>
              <a:spcAft>
                <a:spcPts val="1000"/>
              </a:spcAft>
              <a:defRPr sz="1600">
                <a:solidFill>
                  <a:srgbClr val="E0F2FE"/>
                </a:solidFill>
                <a:latin typeface="Segoe UI"/>
              </a:defRPr>
            </a:pPr>
            <a:r>
              <a:t>• Hasil: Mengurangi beban CPU dan request API secara drastis, aplikasi terasa sangat mulus.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F172A"/>
                </a:solidFill>
                <a:latin typeface="Segoe UI"/>
              </a:defRPr>
            </a:pPr>
            <a: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9034" y="3657600"/>
            <a:ext cx="886345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75569"/>
                </a:solidFill>
                <a:latin typeface="Segoe UI"/>
              </a:defRPr>
            </a:pPr>
            <a:r>
              <a:rPr dirty="0" err="1"/>
              <a:t>Keamanan</a:t>
            </a:r>
            <a:r>
              <a:rPr dirty="0"/>
              <a:t> </a:t>
            </a:r>
            <a:r>
              <a:rPr dirty="0" err="1"/>
              <a:t>antarmuka</a:t>
            </a:r>
            <a:r>
              <a:rPr dirty="0"/>
              <a:t> dan </a:t>
            </a:r>
            <a:r>
              <a:rPr dirty="0" err="1"/>
              <a:t>struktur</a:t>
            </a:r>
            <a:r>
              <a:rPr dirty="0"/>
              <a:t> </a:t>
            </a:r>
            <a:r>
              <a:rPr dirty="0" err="1"/>
              <a:t>logika</a:t>
            </a:r>
            <a:r>
              <a:rPr dirty="0"/>
              <a:t> </a:t>
            </a:r>
            <a:r>
              <a:rPr dirty="0" err="1"/>
              <a:t>kode</a:t>
            </a:r>
            <a:r>
              <a:rPr dirty="0"/>
              <a:t> </a:t>
            </a:r>
            <a:r>
              <a:rPr dirty="0" err="1"/>
              <a:t>telah</a:t>
            </a:r>
            <a:r>
              <a:rPr dirty="0"/>
              <a:t> </a:t>
            </a:r>
            <a:r>
              <a:rPr dirty="0" err="1"/>
              <a:t>berjalan</a:t>
            </a:r>
            <a:r>
              <a:rPr dirty="0"/>
              <a:t> optimal.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452</Words>
  <Application>Microsoft Office PowerPoint</Application>
  <PresentationFormat>Layar Lebar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2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Wisnu Nugraha</cp:lastModifiedBy>
  <cp:revision>2</cp:revision>
  <dcterms:created xsi:type="dcterms:W3CDTF">2013-01-27T09:14:16Z</dcterms:created>
  <dcterms:modified xsi:type="dcterms:W3CDTF">2026-08-15T17:38:59Z</dcterms:modified>
  <cp:category/>
</cp:coreProperties>
</file>